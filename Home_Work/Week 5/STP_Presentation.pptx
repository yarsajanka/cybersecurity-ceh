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Spanning Tree Protocol (STP)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 Prevention in Layer 2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Communication in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Devices need MAC address</a:t>
            </a:r>
          </a:p>
          <a:p>
            <a:r>
              <a:t>Broadcast request (ARP)</a:t>
            </a:r>
          </a:p>
          <a:p>
            <a:r>
              <a:t>Switch forwards to all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Broadcast in Simple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switch</a:t>
            </a:r>
          </a:p>
          <a:p>
            <a:r>
              <a:t>Controlled broadcast</a:t>
            </a:r>
          </a:p>
          <a:p>
            <a:r>
              <a:t>Normal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in Multi-Switch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switches</a:t>
            </a:r>
          </a:p>
          <a:p>
            <a:r>
              <a:t>Broadcast loops</a:t>
            </a:r>
          </a:p>
          <a:p>
            <a:r>
              <a:t>Infinite circulation</a:t>
            </a:r>
          </a:p>
        </p:txBody>
      </p:sp>
      <p:pic>
        <p:nvPicPr>
          <p:cNvPr id="4" name="Picture 3" descr="S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0430"/>
            <a:ext cx="659130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Broadcast Loop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Broadcast storm</a:t>
            </a:r>
          </a:p>
          <a:p>
            <a:r>
              <a:t>Network congestion</a:t>
            </a:r>
          </a:p>
          <a:p>
            <a:r>
              <a:t>MAC instability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STP Solves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Blocks certain ports</a:t>
            </a:r>
          </a:p>
          <a:p>
            <a:r>
              <a:t>Creates loop-free topology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420620" y="33616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Bridge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Switches exchange BPDUs</a:t>
            </a:r>
          </a:p>
          <a:p>
            <a:r>
              <a:t>Elect root bridge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Bridge ID (BID)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 + VLAN + MAC</a:t>
            </a:r>
          </a:p>
          <a:p>
            <a:r>
              <a:t>Default: 32768 + VLAN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Bridge 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Lowest BID wins</a:t>
            </a:r>
          </a:p>
          <a:p>
            <a:r>
              <a:t>If same → lowest MAC</a:t>
            </a:r>
          </a:p>
        </p:txBody>
      </p:sp>
      <p:pic>
        <p:nvPicPr>
          <p:cNvPr id="4" name="Picture 3" descr="S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0430"/>
            <a:ext cx="659130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Designated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root bridge</a:t>
            </a:r>
          </a:p>
          <a:p>
            <a:r>
              <a:t>Always forwarding</a:t>
            </a:r>
          </a:p>
        </p:txBody>
      </p:sp>
      <p:pic>
        <p:nvPicPr>
          <p:cNvPr id="4" name="Picture 3" descr="S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0430"/>
            <a:ext cx="659130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non-root switches</a:t>
            </a:r>
          </a:p>
          <a:p>
            <a:r>
              <a:t>Lowest path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1Gbps=4</a:t>
            </a:r>
          </a:p>
          <a:p>
            <a:r>
              <a:t>100Mbps=19</a:t>
            </a:r>
          </a:p>
          <a:p>
            <a:r>
              <a:t>10Mbps=100</a:t>
            </a:r>
          </a:p>
        </p:txBody>
      </p:sp>
      <p:pic>
        <p:nvPicPr>
          <p:cNvPr id="4" name="Picture 3" descr="S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0430"/>
            <a:ext cx="659130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Blocked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cost or BID</a:t>
            </a:r>
          </a:p>
          <a:p>
            <a:r>
              <a:t>Prevent loops</a:t>
            </a:r>
          </a:p>
        </p:txBody>
      </p:sp>
      <p:pic>
        <p:nvPicPr>
          <p:cNvPr id="4" name="Picture 3" descr="ST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0430"/>
            <a:ext cx="659130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Loop-free network</a:t>
            </a:r>
          </a:p>
          <a:p>
            <a:r>
              <a:t>Active + backup paths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STP prevents loops</a:t>
            </a:r>
          </a:p>
          <a:p>
            <a:r>
              <a:t>Uses BPDUs</a:t>
            </a:r>
          </a:p>
          <a:p>
            <a:r>
              <a:t>Ensures stability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BPDU spoofing</a:t>
            </a:r>
          </a:p>
          <a:p>
            <a:r>
              <a:t>Attacker becomes root</a:t>
            </a:r>
          </a:p>
          <a:p>
            <a:r>
              <a:t>MITM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979</Words>
  <Application>WPS Presentation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Spanning Tree Protocol (STP)</vt:lpstr>
      <vt:lpstr>Basic Communication in Networks</vt:lpstr>
      <vt:lpstr>Broadcast in Simple Network</vt:lpstr>
      <vt:lpstr>Problem in Multi-Switch Network</vt:lpstr>
      <vt:lpstr>Broadcast Loop Issue</vt:lpstr>
      <vt:lpstr>How STP Solves It</vt:lpstr>
      <vt:lpstr>Root Bridge Selection</vt:lpstr>
      <vt:lpstr>Bridge ID (BID)</vt:lpstr>
      <vt:lpstr>Root Bridge Election</vt:lpstr>
      <vt:lpstr>Designated Ports</vt:lpstr>
      <vt:lpstr>Root Ports</vt:lpstr>
      <vt:lpstr>Path Cost</vt:lpstr>
      <vt:lpstr>Blocked Ports</vt:lpstr>
      <vt:lpstr>Final Result</vt:lpstr>
      <vt:lpstr>Conclusion</vt:lpstr>
      <vt:lpstr>Security Perspective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sajan</cp:lastModifiedBy>
  <cp:revision>2</cp:revision>
  <dcterms:created xsi:type="dcterms:W3CDTF">2013-01-27T09:14:00Z</dcterms:created>
  <dcterms:modified xsi:type="dcterms:W3CDTF">2026-03-27T04:40:12Z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F4BD76DEAB6C49A0947930E1ACF839EF_12</vt:lpwstr>
  </property>
  <property fmtid="{D5CDD505-2E9C-101B-9397-08002B2CF9AE}" pid="3" name="KSOProductBuildVer">
    <vt:lpwstr>1033-12.2.0.23196</vt:lpwstr>
  </property>
</Properties>
</file>